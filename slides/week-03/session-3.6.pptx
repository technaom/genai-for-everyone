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2.png"/><Relationship Id="rId5" Type="http://schemas.openxmlformats.org/officeDocument/2006/relationships/image" Target="../media/image-5-5.png"/><Relationship Id="rId6" Type="http://schemas.openxmlformats.org/officeDocument/2006/relationships/image" Target="../media/image-5-2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68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LAB  ·  MINI BUILD DAY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280160"/>
            <a:ext cx="10241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 Company Policy Q&amp;A Bot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251460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piece you built this week, working together over four real policy documents — and a retrieval bug you'll have to find yourself.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3931920"/>
            <a:ext cx="914400" cy="91440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6" name="Image 0" descr="icon_hom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41605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49377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Work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429000" y="3931920"/>
            <a:ext cx="914400" cy="91440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9" name="Image 1" descr="icon_money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416052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154680" y="49377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035040" y="3931920"/>
            <a:ext cx="914400" cy="91440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12" name="Image 2" descr="icon_umbrella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416052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760720" y="49377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8641080" y="3931920"/>
            <a:ext cx="914400" cy="91440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15" name="Image 3" descr="icon_shiel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0" y="4160520"/>
            <a:ext cx="457200" cy="4572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366760" y="49377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Security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this week built toward today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2011680" cy="2377440"/>
          </a:xfrm>
          <a:prstGeom prst="roundRect">
            <a:avLst>
              <a:gd name="adj" fmla="val 3636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6002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" y="21488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retrieval?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69748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when RAG is the right tool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880360" y="1417320"/>
            <a:ext cx="2011680" cy="2377440"/>
          </a:xfrm>
          <a:prstGeom prst="roundRect">
            <a:avLst>
              <a:gd name="adj" fmla="val 3636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017520" y="16002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017520" y="21488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017520" y="269748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becomes vectors you can compare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120640" y="1417320"/>
            <a:ext cx="2011680" cy="2377440"/>
          </a:xfrm>
          <a:prstGeom prst="roundRect">
            <a:avLst>
              <a:gd name="adj" fmla="val 3636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257800" y="16002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257800" y="21488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57800" y="269748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+ search a real document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360920" y="1417320"/>
            <a:ext cx="2011680" cy="2377440"/>
          </a:xfrm>
          <a:prstGeom prst="roundRect">
            <a:avLst>
              <a:gd name="adj" fmla="val 3636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498080" y="16002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498080" y="21488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498080" y="269748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answers with citations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601200" y="1417320"/>
            <a:ext cx="2011680" cy="2377440"/>
          </a:xfrm>
          <a:prstGeom prst="roundRect">
            <a:avLst>
              <a:gd name="adj" fmla="val 3636"/>
            </a:avLst>
          </a:prstGeom>
          <a:solidFill>
            <a:srgbClr val="CADC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738360" y="16002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3.5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738360" y="21488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738360" y="269748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and fix what breaks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416052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14400" y="4434840"/>
            <a:ext cx="868680" cy="86868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25" name="Image 0" descr="icon_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1570" y="4652010"/>
            <a:ext cx="434340" cy="43434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2011680" y="4297680"/>
            <a:ext cx="9235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(3.6) doesn't introduce a new concept. It puts all five pieces together into one realistic system — and realistic systems reveal problems that tidy single-document examples hide.</a:t>
            </a:r>
            <a:endParaRPr lang="en-US" sz="1550" dirty="0"/>
          </a:p>
        </p:txBody>
      </p:sp>
      <p:sp>
        <p:nvSpPr>
          <p:cNvPr id="27" name="Text 24"/>
          <p:cNvSpPr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for Everyone  |  Week 3  |  Session 3.6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handbook vs. four real policy documents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212080" cy="4480560"/>
          </a:xfrm>
          <a:prstGeom prst="roundRect">
            <a:avLst>
              <a:gd name="adj" fmla="val 204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645920"/>
            <a:ext cx="640080" cy="640080"/>
          </a:xfrm>
          <a:prstGeom prst="ellipse">
            <a:avLst/>
          </a:prstGeom>
          <a:solidFill>
            <a:srgbClr val="6B7280"/>
          </a:solidFill>
          <a:ln/>
        </p:spPr>
      </p:sp>
      <p:pic>
        <p:nvPicPr>
          <p:cNvPr id="5" name="Image 0" descr="icon_fi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418" y="1789938"/>
            <a:ext cx="352044" cy="3520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64592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3.3 / 3.4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05840" y="2468880"/>
            <a:ext cx="44805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self-contained handbook.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retrieved chunk is at least from "the right place," by definition. The worst case is an imprecise chunk — not the wrong source entirely.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263640" y="1371600"/>
            <a:ext cx="5212080" cy="4480560"/>
          </a:xfrm>
          <a:prstGeom prst="roundRect">
            <a:avLst>
              <a:gd name="adj" fmla="val 204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37960" y="1645920"/>
            <a:ext cx="640080" cy="64008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10" name="Image 1" descr="icon_diagram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1978" y="1789938"/>
            <a:ext cx="352044" cy="3520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15200" y="164592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3.6 — today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629400" y="2468880"/>
            <a:ext cx="44805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separate documents, written by different teams, on different schedules, that overlap and cross-reference each other.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can now confidently return the WRONG document — a harder, more dangerous failure to spot.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for Everyone  |  Week 3  |  Session 3.6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corpus: four real-shaped policy PDFs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212080" cy="1965960"/>
          </a:xfrm>
          <a:prstGeom prst="roundRect">
            <a:avLst>
              <a:gd name="adj" fmla="val 465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691640"/>
            <a:ext cx="777240" cy="77724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5" name="Image 0" descr="icon_hom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710" y="1885950"/>
            <a:ext cx="388620" cy="3886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74520" y="16916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Work Policy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874520" y="2286000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office stipend: up to $500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17920" y="1417320"/>
            <a:ext cx="5212080" cy="1965960"/>
          </a:xfrm>
          <a:prstGeom prst="roundRect">
            <a:avLst>
              <a:gd name="adj" fmla="val 465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92240" y="1691640"/>
            <a:ext cx="777240" cy="777240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10" name="Image 1" descr="icon_money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550" y="1885950"/>
            <a:ext cx="388620" cy="3886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52360" y="16916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Policy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7452360" y="2286000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Meals while traveling: $75/day limit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40080" y="3657600"/>
            <a:ext cx="5212080" cy="1965960"/>
          </a:xfrm>
          <a:prstGeom prst="roundRect">
            <a:avLst>
              <a:gd name="adj" fmla="val 465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14400" y="393192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icon_umbrella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710" y="4126230"/>
            <a:ext cx="388620" cy="3886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874520" y="39319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Policy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874520" y="4526280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PTO days/year, 5 carry over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217920" y="3657600"/>
            <a:ext cx="5212080" cy="1965960"/>
          </a:xfrm>
          <a:prstGeom prst="roundRect">
            <a:avLst>
              <a:gd name="adj" fmla="val 465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492240" y="3931920"/>
            <a:ext cx="777240" cy="777240"/>
          </a:xfrm>
          <a:prstGeom prst="ellipse">
            <a:avLst/>
          </a:prstGeom>
          <a:solidFill>
            <a:srgbClr val="6B7280"/>
          </a:solidFill>
          <a:ln/>
        </p:spPr>
      </p:sp>
      <p:pic>
        <p:nvPicPr>
          <p:cNvPr id="20" name="Image 3" descr="icon_shiel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6550" y="4126230"/>
            <a:ext cx="388620" cy="3886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52360" y="39319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Security Policy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7452360" y="4526280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rotate every 180 days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for Everyone  |  Week 3  |  Session 3.6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pipeline, end to end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77240" y="2011680"/>
            <a:ext cx="2377440" cy="2468880"/>
          </a:xfrm>
          <a:prstGeom prst="roundRect">
            <a:avLst>
              <a:gd name="adj" fmla="val 3846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554480" y="228600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icon_fi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0220" y="249174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32918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+ chunk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68680" y="379476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PDFs → tagged chunks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200400" y="3017520"/>
            <a:ext cx="411480" cy="41148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9" name="Image 1" descr="icon_arrow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2983" y="3110103"/>
            <a:ext cx="226314" cy="22631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657600" y="2011680"/>
            <a:ext cx="2377440" cy="2468880"/>
          </a:xfrm>
          <a:prstGeom prst="roundRect">
            <a:avLst>
              <a:gd name="adj" fmla="val 3846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434840" y="2286000"/>
            <a:ext cx="822960" cy="82296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12" name="Image 2" descr="icon_search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0580" y="249174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749040" y="32918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3749040" y="379476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search, top-k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080760" y="3017520"/>
            <a:ext cx="411480" cy="41148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16" name="Image 3" descr="icon_arrow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3343" y="3110103"/>
            <a:ext cx="226314" cy="226314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537960" y="2011680"/>
            <a:ext cx="2377440" cy="2468880"/>
          </a:xfrm>
          <a:prstGeom prst="roundRect">
            <a:avLst>
              <a:gd name="adj" fmla="val 3846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7315200" y="2286000"/>
            <a:ext cx="822960" cy="822960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19" name="Image 4" descr="icon_tags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0940" y="2491740"/>
            <a:ext cx="411480" cy="41148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629400" y="32918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+ tag</a:t>
            </a:r>
            <a:endParaRPr lang="en-US" sz="1500" dirty="0"/>
          </a:p>
        </p:txBody>
      </p:sp>
      <p:sp>
        <p:nvSpPr>
          <p:cNvPr id="21" name="Text 14"/>
          <p:cNvSpPr/>
          <p:nvPr/>
        </p:nvSpPr>
        <p:spPr>
          <a:xfrm>
            <a:off x="6629400" y="379476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Numbered, source-labeled</a:t>
            </a:r>
            <a:endParaRPr lang="en-US" sz="1150" dirty="0"/>
          </a:p>
        </p:txBody>
      </p:sp>
      <p:sp>
        <p:nvSpPr>
          <p:cNvPr id="22" name="Shape 15"/>
          <p:cNvSpPr/>
          <p:nvPr/>
        </p:nvSpPr>
        <p:spPr>
          <a:xfrm>
            <a:off x="8961120" y="3017520"/>
            <a:ext cx="411480" cy="41148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23" name="Image 5" descr="icon_arrow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3703" y="3110103"/>
            <a:ext cx="226314" cy="226314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9418320" y="2011680"/>
            <a:ext cx="2377440" cy="2468880"/>
          </a:xfrm>
          <a:prstGeom prst="roundRect">
            <a:avLst>
              <a:gd name="adj" fmla="val 3846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17"/>
          <p:cNvSpPr/>
          <p:nvPr/>
        </p:nvSpPr>
        <p:spPr>
          <a:xfrm>
            <a:off x="10195560" y="2286000"/>
            <a:ext cx="822960" cy="822960"/>
          </a:xfrm>
          <a:prstGeom prst="ellipse">
            <a:avLst/>
          </a:prstGeom>
          <a:solidFill>
            <a:srgbClr val="6B7280"/>
          </a:solidFill>
          <a:ln/>
        </p:spPr>
      </p:sp>
      <p:pic>
        <p:nvPicPr>
          <p:cNvPr id="26" name="Image 6" descr="icon_usertie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01300" y="2491740"/>
            <a:ext cx="411480" cy="41148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9509760" y="32918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500" dirty="0"/>
          </a:p>
        </p:txBody>
      </p:sp>
      <p:sp>
        <p:nvSpPr>
          <p:cNvPr id="28" name="Text 19"/>
          <p:cNvSpPr/>
          <p:nvPr/>
        </p:nvSpPr>
        <p:spPr>
          <a:xfrm>
            <a:off x="9509760" y="379476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Grounded, cited answer</a:t>
            </a:r>
            <a:endParaRPr lang="en-US" sz="1150" dirty="0"/>
          </a:p>
        </p:txBody>
      </p:sp>
      <p:sp>
        <p:nvSpPr>
          <p:cNvPr id="29" name="Text 20"/>
          <p:cNvSpPr/>
          <p:nvPr/>
        </p:nvSpPr>
        <p:spPr>
          <a:xfrm>
            <a:off x="777240" y="4937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box above is a function you wrote earlier this week — today just wires them together over a bigger, messier corpus.</a:t>
            </a:r>
            <a:endParaRPr lang="en-US" sz="1400" dirty="0"/>
          </a:p>
        </p:txBody>
      </p:sp>
      <p:sp>
        <p:nvSpPr>
          <p:cNvPr id="30" name="Text 21"/>
          <p:cNvSpPr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for Everyone  |  Week 3  |  Session 3.6</a:t>
            </a:r>
            <a:endParaRPr lang="en-US" sz="1000" dirty="0"/>
          </a:p>
        </p:txBody>
      </p:sp>
      <p:sp>
        <p:nvSpPr>
          <p:cNvPr id="31" name="Text 22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0080"/>
            <a:ext cx="777240" cy="77724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3" name="Image 0" descr="icon_warnin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839" y="814959"/>
            <a:ext cx="427482" cy="4274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640080"/>
            <a:ext cx="9418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bug, found by actually running the code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822960" y="169164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1097280" y="1691640"/>
            <a:ext cx="9966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is the home office equipment stipend amount?”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2960" y="2880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source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22960" y="3246120"/>
            <a:ext cx="10515600" cy="777240"/>
          </a:xfrm>
          <a:prstGeom prst="roundRect">
            <a:avLst>
              <a:gd name="adj" fmla="val 9412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051560" y="324612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Work Policy — Section 4, “Home Office Equipment Stipend”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" y="4160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retrieval actually returns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22960" y="4526280"/>
            <a:ext cx="10515600" cy="777240"/>
          </a:xfrm>
          <a:prstGeom prst="roundRect">
            <a:avLst>
              <a:gd name="adj" fmla="val 9412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1051560" y="452628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Policy — a one-line cross-reference to “stipend”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for Everyone  |  Week 3  |  Session 3.6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Diagnosis: the bug isn't where you'd expect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48640" cy="54864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1371600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text loses blank lines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783080"/>
            <a:ext cx="9692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pypdf's extract_text() doesn't reliably preserve the blank lines that separated sections on the page. The chunker's blank-line split finds only ONE paragraph for the whole document.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548640" cy="54864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926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17320" y="2880360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target_words never gets a chance to act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3291840"/>
            <a:ext cx="9692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one giant paragraph and nothing to start a new chunk with, changing target_words from 80 to 50 to 25 moves nothing. The bug is upstream of chunk size entirely.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4434840"/>
            <a:ext cx="548640" cy="54864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434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17320" y="4389120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fact gets diluted, not lost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4800600"/>
            <a:ext cx="9692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sections merge into one 220-word chunk. “Stipend” is a handful of words out of 220 — its vector weight is diluted by four unrelated topics.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for Everyone  |  Week 3  |  Session 3.6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fix: split on structure that survives extraction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515600" cy="137160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627632"/>
            <a:ext cx="822960" cy="822960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5" name="Image 0" descr="icon_cu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566" y="1812798"/>
            <a:ext cx="452628" cy="4526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20240" y="1463040"/>
            <a:ext cx="9052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on numbered section headers (“1. Eligibility”, “2. Remote Work Days”...) instead of blank lines — literal text survives PDF extraction even when layout whitespace doesn't.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640080" y="3063240"/>
            <a:ext cx="5120640" cy="2743200"/>
          </a:xfrm>
          <a:prstGeom prst="roundRect">
            <a:avLst>
              <a:gd name="adj" fmla="val 3333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14400" y="3291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(blank-line chunking)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38404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expense_policy.pdf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14400" y="4343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retrieved document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914400" y="48463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0.316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663440" y="4800600"/>
            <a:ext cx="594360" cy="59436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13" name="Image 1" descr="icon_warning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7171" y="4934331"/>
            <a:ext cx="326898" cy="32689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080760" y="3063240"/>
            <a:ext cx="5120640" cy="2743200"/>
          </a:xfrm>
          <a:prstGeom prst="roundRect">
            <a:avLst>
              <a:gd name="adj" fmla="val 333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355080" y="3291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(section-aware chunking)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355080" y="38404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remote_work_policy.pdf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6355080" y="4343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retrieved document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6355080" y="48463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0.527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10104120" y="4800600"/>
            <a:ext cx="594360" cy="594360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0" name="Image 2" descr="icon_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7851" y="4934331"/>
            <a:ext cx="326898" cy="32689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for Everyone  |  Week 3  |  Session 3.6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wrong-document retrieval visible, not silent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3.4 — single document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8308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“...employees get 18 PTO days per year [1].”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355080" y="13716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3.6 — multi document (today)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55080" y="1783080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629400" y="178308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“...employees get 18 PTO days per year [1].”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Source: Leave Policy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383280"/>
            <a:ext cx="10515600" cy="22860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3657600"/>
            <a:ext cx="777240" cy="77724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11" name="Image 0" descr="icon_tag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279" y="3832479"/>
            <a:ext cx="427482" cy="42748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920240" y="3520440"/>
            <a:ext cx="9052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VPN question gets answered with “[1]”, you have to dig into the raw chunk text to check it's really grounded in the IT Security Policy. If it says “[1] Source: IT Security Policy,” a wrong-document retrieval is visible the instant you glance at the citation — to a user, a reviewer, or you, debugging at 11pm.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for Everyone  |  Week 3  |  Session 3.6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3, done. What you can now actually build.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02920" cy="50292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371600" y="1307592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no universal chunking strategy — match it to how your real source documents are structured, especially for PDFs.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502920" cy="50292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Multi-document retrieval can confidently return the wrong source, which is harder to spot than an imprecise chunk.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3474720"/>
            <a:ext cx="502920" cy="50292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474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371600" y="3410712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Source-document labels on citations turn a silent failure into a visible one, at no real engineering cost.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709160"/>
            <a:ext cx="105156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14400" y="4983480"/>
            <a:ext cx="868680" cy="868680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14" name="Image 0" descr="icon_diagram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1570" y="5200650"/>
            <a:ext cx="434340" cy="43434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2011680" y="4846320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Week 4 — Tool Use, Agents &amp; Automation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2011680" y="5321808"/>
            <a:ext cx="8869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spent this week teaching a model to find and use the right information. Next week, you'll teach it to take actions in the world based on what it finds.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for Everyone  |  Week 3  |  Session 3.6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3.6 - Week 3 Lab: Company Policy Q&amp;A Bot</dc:title>
  <dc:subject>PptxGenJS Presentation</dc:subject>
  <dc:creator>GenAI for Everyone</dc:creator>
  <cp:lastModifiedBy>GenAI for Everyone</cp:lastModifiedBy>
  <cp:revision>1</cp:revision>
  <dcterms:created xsi:type="dcterms:W3CDTF">2026-06-27T16:58:19Z</dcterms:created>
  <dcterms:modified xsi:type="dcterms:W3CDTF">2026-06-27T16:58:19Z</dcterms:modified>
</cp:coreProperties>
</file>