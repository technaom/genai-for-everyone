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1.3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GenAI Landscape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map, not a leaderboard. Categories and trade-offs that outlast this week's headlines.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78240" y="3931920"/>
            <a:ext cx="1554480" cy="15544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443484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966960" y="4846320"/>
            <a:ext cx="1371600" cy="1371600"/>
          </a:xfrm>
          <a:prstGeom prst="ellipse">
            <a:avLst/>
          </a:prstGeom>
          <a:solidFill>
            <a:srgbClr val="CADCFC">
              <a:alpha val="20000"/>
            </a:srgbClr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8" name="Image 1" descr="icon_un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2578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1: Foundations of GenAI &amp; LLMs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providers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better vs. worse — different trade-offs, for different needs.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6" name="Image 0" descr="icon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134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PROPRIETARY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0312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Google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20040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capability, no infrastructure to manage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token via API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control the model internals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transits their servers on every call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un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3134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808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(Llama) · Mistral · DeepSeek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0" y="320040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— run it on your own hardware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has to leave your infrastructure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customizable, fine-tunable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all the operational complexity (GPUs, scaling)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split isn't going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916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cost enormous money to train → pushes providers toward charging for access.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have a hard requirement that data never transits a third party → only self-hostable models satisfy that.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8862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genuinely different constraints — not the same axis.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both categories to keep existing, growing, and competing indefinitely. This isn't a temporary market quirk you can wait out — it's structural.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“best.” Ask: best for WHAT?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 that actually drive a real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1828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210312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_spe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6771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863840" y="1828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92440" y="2103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_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26771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18288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0080" y="3886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icon_expa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32511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251960" y="3886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80560" y="4160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_puzz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325112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068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7863840" y="3886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092440" y="416052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5" descr="icon_contrac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4325112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overweighted dimension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4" name="Image 0" descr="icon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2011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handles reasoning, writing, and code — the dimension most benchmarks measure.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33375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that's 2% better on a benchmark is rarely worth a 5x cost increase for most real applications.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changes month to month. Speed, cost, and compliance fit are often what actually decide a real project — and they're exactly the dimensions newcomers skip.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framework that outlasts this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08760" y="150876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50876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strong general-purpose model for development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08760" y="265176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65176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if you need that much capability for production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508760" y="379476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79476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hard constraints that override capability (compliance, residency, volume)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508760" y="493776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493776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periodically — not constantly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question, three different right answers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of these are technically just “calling an LLM.” Watch how the right model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24048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Widget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97280" y="3977640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SPEED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won't wait. Most questions are simple. Fast + cheap wins.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09260" y="21945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contrac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72" y="240487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291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Contract Summary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709160" y="3977640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CAPABILITY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48056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unattended. Missing a clause is costly. Frontier model worth it.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63840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21140" y="21945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2" descr="icon_hospit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452" y="240487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3291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321040" y="3977640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F96167"/>
          </a:solidFill>
          <a:ln/>
        </p:spPr>
      </p:sp>
      <p:sp>
        <p:nvSpPr>
          <p:cNvPr id="23" name="Text 18"/>
          <p:cNvSpPr/>
          <p:nvPr/>
        </p:nvSpPr>
        <p:spPr>
          <a:xfrm>
            <a:off x="832104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COMPLIANCE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092440" y="46177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involved. Compliance filters the options FIRST.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332720" cy="2926080"/>
          </a:xfrm>
          <a:prstGeom prst="roundRect">
            <a:avLst>
              <a:gd name="adj" fmla="val 4688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219456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these three applications would make the same model choice.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them are simply “pick whichever model wins the benchmark this month.”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actual skill this session is teaching.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providers offer capability with no infrastructure burden; open-weight models offer control and self-hosting, at the cost of owning the operations.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model” is incomplete — ask “best for what task, given which constraints?”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the most talked-about dimension and the most overweighted one in practice.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can override every other consideration for regulated industries.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task across 2+ models, compare speed, quality, and cost.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model_comparison.py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0" y="5029200"/>
            <a:ext cx="704088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560320" y="50292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1.4 next: Your First GenAI Application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1.3: The GenAI Landscape</dc:title>
  <dc:subject>PptxGenJS Presentation</dc:subject>
  <dc:creator>GenAI for Everyone</dc:creator>
  <cp:lastModifiedBy>GenAI for Everyone</cp:lastModifiedBy>
  <cp:revision>1</cp:revision>
  <dcterms:created xsi:type="dcterms:W3CDTF">2026-06-23T18:56:05Z</dcterms:created>
  <dcterms:modified xsi:type="dcterms:W3CDTF">2026-06-23T18:56:05Z</dcterms:modified>
</cp:coreProperties>
</file>