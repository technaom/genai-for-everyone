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1.5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Hallucination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Bias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Respecting what GenAI actually is, so it never blindsides you.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4480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1: Foundations of GenAI &amp; LLMs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hallucination actually 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10312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Fabricated content, delivered with the SAME fluent confidence as accurate content.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hedged. Not uncertain-sounding. Not flagged in any way. It just IS wrong — delivered with total conversational ease.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mechanism, assembled from what you already know: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1.1: predicts plausible text, doesn't retrieve verified facts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1.2: "knowledge" lives in learned patterns, not a fact lookup table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 internal mechanism flags “wait, I'm not sure”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concrete, common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4" name="Image 0" descr="icon_quo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645920"/>
            <a:ext cx="9418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"According to a 2019 study by Dr. James Holloway in the Journal of Applied Psychology, page 247..."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74904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39776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author. Plausible journal. Specific page number. ENTIRELY FABRICATED.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663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citation-shaped piece of text” was the most statistically plausible continuation — even though no such source exists. One of the most consequential hallucination patterns in real deployments, especially legal and academic.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bug awaiting a patch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9616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169164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18562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MYTH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0175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next model release will basically solve this."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icon_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9164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2606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0" y="301752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models reduce the FREQUENCY, not the fundamental POSSIBILITY. The real fixes: grounding (Week 3), evaluation (Week 5), guardrails (Week 5).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enters at MULTIPLE points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only training data addresses ONE of at least four entry points.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59052" y="21945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932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Over/under-represented perspectives in source text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329684" y="21945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icon_quo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377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47872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Phrasing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93592" y="41148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question is asked shifts the answer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81344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100316" y="21945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icon_userssla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23774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8504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18504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64224" y="41148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you choose can introduce skew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51976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9870948" y="21945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3" descr="icon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3828" y="237744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89136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089136" y="3474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Process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34856" y="41148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judging “good output” can encode bias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limitations worth knowing cold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8562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45920" y="21488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after a certain date — fixed by RAG (Week 3)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_rand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85623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645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inconsistency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23760" y="21488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different answer — “temperature” affects this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23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puzz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1879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counting/logic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45920" y="44805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units don't map cleanly onto letters or deep logic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37947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icon_thermome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1879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sensitivity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223760" y="44805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worded differently, different quality — why prompting matters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talk about a real failure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says your AI confidently claimed a feature your product doesn’t have. Your PM is panicking.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this will “never happen again.” No current LLM eliminates this risk entirely — that promise can't be honestly made.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788920"/>
            <a:ext cx="5303520" cy="3154680"/>
          </a:xfrm>
          <a:prstGeom prst="roundRect">
            <a:avLst>
              <a:gd name="adj" fmla="val 347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mechanism calmly. Commit to specific mitigations: grounding in real docs, evaluation before launch, guardrails for high-stakes claims.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a structural consequence of how LLMs generate text — not a bug awaiting a future patch.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can enter at multiple points: training data, prompts, few-shot examples, even evaluation itself.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cutoffs, inconsistency, awkward counting, and phrasing sensitivity are real, separate limitations.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response to an AI failure: calm, mechanism-based explanation + concrete mitigation, never a blanket promise.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Exercise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fabricated statements — confidence and fluency won't help you.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hallucination_detector.py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68880" y="5029200"/>
            <a:ext cx="722376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468880" y="502920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1.6 next: Week 1 Lab — Mini Build 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1.5: Limitations, Hallucination &amp; Bias</dc:title>
  <dc:subject>PptxGenJS Presentation</dc:subject>
  <dc:creator>GenAI for Everyone</dc:creator>
  <cp:lastModifiedBy>GenAI for Everyone</cp:lastModifiedBy>
  <cp:revision>1</cp:revision>
  <dcterms:created xsi:type="dcterms:W3CDTF">2026-06-25T17:55:14Z</dcterms:created>
  <dcterms:modified xsi:type="dcterms:W3CDTF">2026-06-25T17:55:14Z</dcterms:modified>
</cp:coreProperties>
</file>