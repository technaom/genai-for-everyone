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SESSION 1.6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Lab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Build Day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ideas today. Just proving they all connect.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hamm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4480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1: Foundations of GenAI &amp; LLMs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build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01168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459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"Explain It To Me Simply"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05840" y="242316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takes any topic and an audience level, and produces a genuinely calibrated explanation — not just shorter or longer, but actually different.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simple. Today isn't about complexity — it's about correctly assembling pieces you already understand.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4663440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4663440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build with an idea, you don't actually understand it yet — you've only read about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build, specifically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touches almost everything from this week.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21945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mag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output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61488" y="19202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401568" y="21945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icon_desk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3774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52928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52928" y="35204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shaping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882896" y="19202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5522976" y="21945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icon_ba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2377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74336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974336" y="35204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 choice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004304" y="19202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7644384" y="21945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icon_termi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2377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95744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95744" y="35204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125712" y="1920240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9765792" y="219456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6" name="Image 4" descr="icon_quo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672" y="23774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17152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17152" y="352044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flagging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sessions. One tool. If it all clicks together here, you're ready for Week 2.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audiences, three different jobs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51660" y="178308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_chi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36118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simple analogy. Zero jargon. Warm, encouraging tone.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146304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63540" y="178308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_briefc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40" y="20116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3484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0" y="36118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vocabulary. Practical, real-world framing.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863840" y="146304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075420" y="178308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icon_gradc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20116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0" y="30632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83880" y="36118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basics. Precise terminology. Focus on nuance.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“Runs fine” ≠ “done well”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TECHNICALLY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2148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 {topic} for a {level}"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83464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Runs. Doesn't crash. But all three levels sound nearly identical — just shorter or longer. The system prompt never said WHAT should differ.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WELL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behavioral rules per level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83464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 jargon. Required analogy types. Explicit assumed background. The difference isn't more code — it's a more thoughtful system prompt.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honest minutes before Week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64592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explain WHY an LLM might confidently give a wrong answer — without looking back?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246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306324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sketch, from memory, what happens between typing a message and seeing a response?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663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663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448056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building today surprise you anywhere? That surprise is valuable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02920"/>
            <a:ext cx="1828800" cy="1828800"/>
          </a:xfrm>
          <a:prstGeom prst="ellipse">
            <a:avLst/>
          </a:prstGeom>
          <a:solidFill>
            <a:srgbClr val="F9E79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troph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515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1: Complete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32461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GenAI &amp; LLMs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371600" y="4023360"/>
            <a:ext cx="9418320" cy="1737360"/>
          </a:xfrm>
          <a:prstGeom prst="roundRect">
            <a:avLst>
              <a:gd name="adj" fmla="val 631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4251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Week 2 — Prompt Engineering &amp; Application Design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470916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this week — especially the system-prompt judgment from today — becomes explicit, structured practice.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1.6: Week 1 Lab — Mini Build Day</dc:title>
  <dc:subject>PptxGenJS Presentation</dc:subject>
  <dc:creator>GenAI for Everyone</dc:creator>
  <cp:lastModifiedBy>GenAI for Everyone</cp:lastModifiedBy>
  <cp:revision>1</cp:revision>
  <dcterms:created xsi:type="dcterms:W3CDTF">2026-06-25T18:05:49Z</dcterms:created>
  <dcterms:modified xsi:type="dcterms:W3CDTF">2026-06-25T18:05:50Z</dcterms:modified>
</cp:coreProperties>
</file>