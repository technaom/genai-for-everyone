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1.4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GenAI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build something that actually runs.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4480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1: Foundations of GenAI &amp; LLMs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every single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to an LLM API is tagged with who said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user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24048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instructions, set once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526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coding assistant..."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09260" y="21945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icon_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72" y="240487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291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80560" y="3703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human input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34840" y="452628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0" y="4526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do I read a CSV file?"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863840" y="192024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21140" y="21945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452" y="240487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3291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092440" y="3703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past replies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046720" y="452628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183880" y="4526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can use the csv module..."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fact that surprises everyone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103120"/>
          </a:xfrm>
          <a:prstGeom prst="roundRect">
            <a:avLst>
              <a:gd name="adj" fmla="val 608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8308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does not remember your previous messages on its own.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call is completely independent. If you want “memory,” YOU have to resend the whole conversation, every 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feels surprising: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 like Claude.ai or ChatGPT FEEL continuous — but that's an illusion the application maintains. Behind the scenes, it silently re-sends the entire history with every new message.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brilliant consultant with no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CADCFC">
              <a:alpha val="45000"/>
            </a:srgbClr>
          </a:solidFill>
          <a:ln/>
        </p:spPr>
      </p:sp>
      <p:pic>
        <p:nvPicPr>
          <p:cNvPr id="4" name="Image 0" descr="icon_userco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691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974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Brilliant. Excellent at their job. Zero memory between meetings.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36576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meeting, you must hand them a full transcript of everything discussed before — or they greet you like a stranger.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8" name="Image 1" descr="icon_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9164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2697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how an LLM API works.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0" y="329184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flaw in intelligence. It's just how the memory works — and it's on YOU to bring the transcript (conversation history) every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request-response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25272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constructs a request (system + history + new message)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provider's servers as structured data (JSON)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80720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(tokenize → embed → predict, from Session 1.2)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58444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comes back as structured JSON — text + metadata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36168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extracts the text and displays 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13892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user message and the reply get appended to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closes the loop — skip it, and the NEXT request has no idea what just happened.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almost everyone hits once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make that shorter?"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57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</a:t>
            </a:r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"Shorter version of... what?"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</p:spPr>
      </p:sp>
      <p:pic>
        <p:nvPicPr>
          <p:cNvPr id="7" name="Image 0" descr="icon_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2461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latest message was sent. The model never received the earlier exchange — “that” never had a referent.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icon_red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461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0" y="4389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list of every turn so far. Send the FULL list with every new request — exactly what you'll build today.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has three roles: system (set once), user (live input), assistant (past replies).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memory between calls — statelessness is the single most important mechanical fact today.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 feel continuous because the APPLICATION resends full history every time — not the model.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beginner bug: forgetting to resend history, making a working model seem “forgetful.”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CLI Chatbot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chatbot that correctly maintains history — test it with a follow-up question.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chatbot.py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50292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50292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1.5 next: Limitations, Hallucination &amp; Bias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1.4: Your First GenAI Application</dc:title>
  <dc:subject>PptxGenJS Presentation</dc:subject>
  <dc:creator>GenAI for Everyone</dc:creator>
  <cp:lastModifiedBy>GenAI for Everyone</cp:lastModifiedBy>
  <cp:revision>1</cp:revision>
  <dcterms:created xsi:type="dcterms:W3CDTF">2026-06-25T17:40:49Z</dcterms:created>
  <dcterms:modified xsi:type="dcterms:W3CDTF">2026-06-25T17:40:49Z</dcterms:modified>
</cp:coreProperties>
</file>