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1.2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LLMs Work,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Math Fear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Tokens. Embeddings. Context windows. Three words, finally demystified.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961120" y="4114800"/>
            <a:ext cx="1645920" cy="1645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61772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58400" y="5120640"/>
            <a:ext cx="1188720" cy="1188720"/>
          </a:xfrm>
          <a:prstGeom prst="ellipse">
            <a:avLst/>
          </a:prstGeom>
          <a:solidFill>
            <a:srgbClr val="CADCFC">
              <a:alpha val="20000"/>
            </a:srgbClr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8" name="Image 1" descr="icon_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486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1: Foundations of GenAI &amp; LLMs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words you'll finally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you'll be able to explain each of these with a clean analogy — no math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4231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unit an LLM reads</a:t>
            </a:r>
            <a:endParaRPr lang="en-US" sz="1250" dirty="0"/>
          </a:p>
        </p:txBody>
      </p:sp>
      <p:pic>
        <p:nvPicPr>
          <p:cNvPr id="9" name="Image 1" descr="icon_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61188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50792" y="3584448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1" name="Image 2" descr="icon_arr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3648456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912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532120" y="24231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3" descr="icon_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65176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2628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617720" y="4160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words into meaning-math</a:t>
            </a:r>
            <a:endParaRPr lang="en-US" sz="1250" dirty="0"/>
          </a:p>
        </p:txBody>
      </p:sp>
      <p:pic>
        <p:nvPicPr>
          <p:cNvPr id="17" name="Image 4" descr="icon_arrow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3611880"/>
            <a:ext cx="320040" cy="32004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662672" y="3584448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9" name="Image 5" descr="icon_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3648456"/>
            <a:ext cx="292608" cy="29260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00100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9144000" y="24231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6" descr="icon_deskto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2651760"/>
            <a:ext cx="548640" cy="5486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138160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8229600" y="4160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working memory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payoff: you'll finally know why ChatGPT struggles to count letters in a word.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Tokens: LEGO bricks, not clay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doesn't read letter by letter, or even word by word. It reads in fixed chunks called tokens — about 100,000 possible “brick shapes” total.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2267712"/>
            <a:ext cx="75895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267712"/>
            <a:ext cx="75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2267712"/>
            <a:ext cx="75895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67712"/>
            <a:ext cx="75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2267712"/>
            <a:ext cx="75895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267712"/>
            <a:ext cx="75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6960" y="21031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tokens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"unbelievable"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410712"/>
            <a:ext cx="612648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410712"/>
            <a:ext cx="612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9976" y="3410712"/>
            <a:ext cx="1197864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976" y="3410712"/>
            <a:ext cx="1197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believ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87568" y="3410712"/>
            <a:ext cx="905256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410712"/>
            <a:ext cx="905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6960" y="32461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tokens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891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"antidisestablishmentarianism"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4553712"/>
            <a:ext cx="75895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553712"/>
            <a:ext cx="75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4553712"/>
            <a:ext cx="905256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553712"/>
            <a:ext cx="905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41264" y="4553712"/>
            <a:ext cx="222199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4553712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establishment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72984" y="4553712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72984" y="45537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34272" y="4553712"/>
            <a:ext cx="758952" cy="5486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272" y="4553712"/>
            <a:ext cx="75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43891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 = 1 token. Rare or made-up words get split into smaller, more familiar pieces.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can't it count the letters?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letters are in the word ‘strawberry’?"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actually sees: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154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4805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bad at counting — it never sees individual letters the way you do.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asking someone to count bricks in a wall when they can only perceive pre-assembled chunks of 3-4 bricks at a time. Doable with effort — but not the natural unit they work in.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Embeddings: a map of MEANING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map of places — a map where similar MEANINGS land close together.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43200" y="2377440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28600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6060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475488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502920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512064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miserable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493776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120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together = related meaning   ·   Far apart = unrelated concepts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example that made researchers smile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9202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862072" y="1920240"/>
            <a:ext cx="749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0" y="192024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21224" y="1920240"/>
            <a:ext cx="749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16752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348472" y="1920240"/>
            <a:ext cx="749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queen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programmed this rule in. It EMERGED from patterns in how these words get used across enormous amounts of text.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you'll care about this hands-on: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029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idea — finding what's mathematically “closest” in meaning — is the literal foundation of RAG (Retrieval-Augmented Generation), the entire subject of Week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window: the model's DESK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>
              <a:alpha val="12000"/>
            </a:srgbClr>
          </a:solidFill>
          <a:ln w="25400">
            <a:solidFill>
              <a:srgbClr val="F9E795"/>
            </a:solidFill>
            <a:prstDash val="solid"/>
          </a:ln>
        </p:spPr>
      </p:sp>
      <p:pic>
        <p:nvPicPr>
          <p:cNvPr id="4" name="Image 0" descr="icon_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DESK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" y="31546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currently visible to the model: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conversation so far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documents you've included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06640" y="137160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96167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FILING CABINET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22860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the context window. Not visible. Not usable — even if it was part of the conversation earlier.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26680" y="42062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very long conversations seem to “forget” early details.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desk ≠ equal attention everywhere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context windows are huge — but information buried in the MIDDLE of a long context often gets less effective attention than information near the edges.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4114800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ATTENTION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697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(“lost in the middle”)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9680" y="21945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0684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CADCFC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 in 15 reference documents “because there's room” can produce WORSE output than carefully choosing the 2–3 most relevant ones. What you put on the desk — and where you place it — matters as much as how much room you have.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together: the full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 gets TOKENIZED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40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becomes an EMBEDDING (meaning-as-numbers)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fits inside the CONTEXT WINDOW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next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526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9834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token gets added — and the loop repeats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you've ever seen from an LLM is this exact loop, running over and over.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Playground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token counts before running the script, then see how English, Hindi, and code actually get split.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tokenizer_playground.py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0" y="502920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50292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1.3 next: The GenAI Landscape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1.2: How LLMs Work, Without the Math Fear</dc:title>
  <dc:subject>PptxGenJS Presentation</dc:subject>
  <dc:creator>GenAI for Everyone</dc:creator>
  <cp:lastModifiedBy>GenAI for Everyone</cp:lastModifiedBy>
  <cp:revision>1</cp:revision>
  <dcterms:created xsi:type="dcterms:W3CDTF">2026-06-23T13:24:26Z</dcterms:created>
  <dcterms:modified xsi:type="dcterms:W3CDTF">2026-06-23T13:24:26Z</dcterms:modified>
</cp:coreProperties>
</file>