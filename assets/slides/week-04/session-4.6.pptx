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4.6: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4 Lab — Mini Build Day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 Research agent that investigates topics and drafts reports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4: Tool Use, Agents &amp; Automation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end-to-end research system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goal: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a topic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↓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research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↓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 searches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↓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 findings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↓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 professional report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Done. No hallucinations, proper citations.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Four Phases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agent workflow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PLAN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creates research plan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What to search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Credibility criteria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Report structure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RESEARCH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searches (mocked)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findings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ANALYZE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results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themes &amp; gaps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DRAFT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professional report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citations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1000+ words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Message History Matters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context across phases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message history: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→ agent forgets plan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→ agent doesn't know what to search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→ agent hallucinates findings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→ report is incoherent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message history: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builds on the last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stays focused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is grounded in actual research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Paths: Core &amp; Pro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challenge level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PATH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agent (Plan → Search → Analyze → Draft)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Workflow structure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PATH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+ Fact-Checking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verification layer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Quality assurance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with Mocked Data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testing without real APIs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this lab, searches return mocked results: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regulation united states" 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US approach is sector-based..."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Free (no API costs)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Consistent (same results each run)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Fast (instant)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Predictable (good for testing)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production: Replace with real SerpAPI or Firecrawl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Evaluate Your Agent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 good research report?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Does the PLAN make sense?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(Searches target the topic)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Are SEARCHES relevant?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(Results actually answer the plan)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Is ANALYSIS grounded?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(Agent cites findings, not hallucinations)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Is REPORT structured?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(Clear sections, good flow, professional)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Are CITATIONS accurate?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(Agent references actual sources found)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Pitfalls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avoid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Agent ignores the plan (searches randomly)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citations (hallucinated facts)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Report too short (lazy synthesis)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fact-checking (trusts everything)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Forgetting context (each phase starts fresh)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Stay grounded in research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Track sources carefully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Revise based on findings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Flag uncertainties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Use message history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Thinking Beyond the Lab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takes to ship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 Is it fast enough? (15-30s per report)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How much per report? ($0.05-0.15)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QUALITY: How accurate? (80%+ fact-check rate)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FAILURES: What if search breaks? (Fallbacks?)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Can it handle 100 requests/day? (Caching?)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HUMANS: Still need human review? (Yes.)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4 Recap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4.1: What agents actually are (LLM + tools + reasoning)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4.2: Tool calling (how agents invoke functions)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4.3: Multi-step agents (planning + execution + synthesis)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4.4: Multi-agent patterns (orchestrator, debate, reviewer)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4.5: Automation workflows (when to use agents vs. rules)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4.6: Building it all (research agent capstone)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53035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Week 5 — Evaluation, Safety &amp; Responsible AI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2026-06-29T18:35:39Z</dcterms:created>
  <dcterms:modified xsi:type="dcterms:W3CDTF">2026-06-29T18:35:39Z</dcterms:modified>
</cp:coreProperties>
</file>