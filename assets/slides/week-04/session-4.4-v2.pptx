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4.4: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Patterns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agent isn't enough. Orchestrator-worker. Debate. Reviewer.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Tool Use, Agents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 From One to Many?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agents have limits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Context Window Limits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iterations, early observations buried. Agent forgets step 2.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Specialization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needs creativity. Fact-checking needs rigor. One agent trades off.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3: No Verification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confidently outputs nonsense. Second agent catches it.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Specialize.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agents, each excellent at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Multi-Agent Patterns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ORCHESTRATOR-WORKER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assigns tasks. Workers execute.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Task naturally decomposes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DEBATE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argue opposing views. Truth via disagreement.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Exploring perspectives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3816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REVIEWER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creates, others verify independently.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Quality is critical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1: Orchestrator-Worker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+ specialists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"I'll split this into 3 tasks:"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Task A → Worker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Task B → Worker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Task C → Worker 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execute in parallel (or sequentially).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integrates results.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separation of concerns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to parallelize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Single point of failure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explicit decomposition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2: Debate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perspectives → truth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Agent: "Remote work is 13% more productive..."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Agent: "Office has 40% higher engagement..."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Synthesizer: "Context matters: remote for focus, office for brainstorm."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Explores trade-offs naturally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 get circular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stopping condition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3: Reviewer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critique → revise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Writer: Draft essay on "AI Ethics"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Fact-Checker: "Date wrong in para 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Style-Checker: "Para 3 too dense"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Impact-Checker: "Add call-to-action"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Writer: Revise incorporating feedback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essay (higher quality)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Trade-offs: Quality vs. Cost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= better output but slower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One perspective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Errors missed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 quality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Catches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Slower (seq. calls)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Expensive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only if value &gt; cost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Agents Talk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communication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BAD: "This is okay but could be better in some ways"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GOOD: JSON with fields: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"clarity_issues": ["Para 2 unclear"],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"accuracy_issues": ["Date wrong"],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"tone_feedback": ["Too academic"]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= parseable. Clear = actionable.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Conditions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loop end?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Fixed rounds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3 times, stop.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Convergence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feedback_similarity &gt; 0.7: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stop()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When agents stop finding new issues.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Manual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 says "done", stop.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Multi-agent = specialization + collaboration over one generalist.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pattern: orchestrator (decompose), debate (explore), reviewer (verify).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Structured communication (JSON) &gt; prose feedback.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Define stopping conditions before building (fixed rounds, convergence, manual).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Trade-off: quality &gt; speed &amp; cost. Add agents only if value justifies.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4.5 — Automation Workflows (agents vs. simple automation)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2026-06-29T18:03:25Z</dcterms:created>
  <dcterms:modified xsi:type="dcterms:W3CDTF">2026-06-29T18:03:25Z</dcterms:modified>
</cp:coreProperties>
</file>