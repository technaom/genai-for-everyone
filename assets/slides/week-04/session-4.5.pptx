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Workflows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agents + actions. Choose the right tool for each step.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Tool Use, Agents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Automation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intelligence vs. cost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SIMPLE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tasks. Rules. Fast &amp; cheap.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reasoning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 | Speed: &lt;1ms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AGENT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&amp; acts. Flexible. Smart.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Variable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Expensive &amp; slow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$0.01-1 | Speed: 1-10s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HYBRID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first, agent if unsure.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Cost-efficient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of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Slightly complex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$0.001-0.1 | Speed: &lt;1ms + 1-2s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predictable?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YES → Simple automation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NO → Does it need reasoning?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 NO → Simple automation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YES → Can it be scheduled?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 YES → Hybrid (agent on schedule)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└─ NO → Agent (real-time)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Deep Dive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for 1000 emails/day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$0/day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instant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 edge cases: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emails/day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need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$0.01 = $0.30/day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6459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92%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$0.30/day ($9/month)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rules &lt;1ms, agent if needed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saves money while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quality 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in Action: Email Triage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agent +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arrives]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[Simple rule: urgent keywords?]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YES → Flag urgent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 NO → Unsure?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[Agent: categorize + extract action items]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Urgent → Draft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Important → Add to to-do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 Normal → Skip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 Workflow Builder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Zapier, Make.com, n8n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non-technical teams: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New email in Gmail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1: Extract data (no code)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2: Call LLM API (low code)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3: Send Slack notification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4: Add to spreadsheet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Visual, no coding, fast prototyping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Limited logic, vendor lock-in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Workflows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failures systematically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 failure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Did scheduler trigger?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Did rules work?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Did agent produce output?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Did action execute?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in isolation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Test scheduler without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Test agent with mock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Test action independently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observability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Log each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Track costs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Monitor latency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Human-in-Loop Design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humans fit in automated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automation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Only for low-risk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High-stakes? Add human review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→ Human approves → Send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Catches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Builds trust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trail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(but worth it)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Workflow Patterns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 in production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Scheduled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schedule.every().monday.at("09:00").do(agent_run)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Triggered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webhook.on("new_email", agent.handle)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3: Batched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hour: process 100 emails with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 &amp; cheaper than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Not every problem needs an agent. Think about cost and speed first.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Hybrid (rules + agents) is often optimal. Rules handle 90%, agents handle edge cases.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Scheduled automation lets you use slow agents without latency concerns.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Human-in-loop catches errors and builds trust for high-stakes decisions.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Debug workflows by isolating each step. Test in production requires monitoring.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4.6 — Week 4 Lab Day (Build: research agent + report writer)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2026-06-29T18:22:32Z</dcterms:created>
  <dcterms:modified xsi:type="dcterms:W3CDTF">2026-06-29T18:22:32Z</dcterms:modified>
</cp:coreProperties>
</file>