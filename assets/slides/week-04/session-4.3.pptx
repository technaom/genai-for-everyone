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Task Agents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Execution &amp; Stopping Conditions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| Session 4.3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Multi-Step Agent?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breaks down complex tasks into steps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topic → search, observe, synthesize → summary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products → gather data, analyze, rank → recommendation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Session 4.2: not a single tool call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4805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4.2: 'Get the weather' → call tool → done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4.3: 'Research cloud storage' → multiple searches + reasoning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challenge: When does the agent stop?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Planning Approaches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Planning: Let the LLM figure it out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'Reason step-by-step. Use tools as needed.'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Simple, fewer API calls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Can loop, harder to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Planning: Ask for a plan first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Agent writes plan (no tools yet)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61264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Agent executes plan (tools allowed)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6949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Structured, debuggable | Cons: Extra API call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Multi-Step Agent Loop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PLAN: LLM writes out steps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will search for A, then B, then C.'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EXECUTE: Call tools in a loop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tool call: record result, add to 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OBSERVE: LLM processes results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found X. I need more info on Y.'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DECIDE: Stop or continue?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6949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tools called: STOP. If tools called: loop back to EXECUTE.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the Agent Stop?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Problem: Agent doesn't know when it's done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1: Tool-Call Absence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LLM doesn't call any tools, just outputs 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works well in practice 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2: Explicit Stop Tool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stop_and_summarize tool agent must call when done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61264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decision-making ✓✓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949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3: Iteration Limit + Human-in-the-loop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77724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net: stop after N iterations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Gotchas: How Multi-Step Agents Fail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1: Looping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tool, similar queries, no new info. Fix: Diversity detection.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2: Early stopping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gives up with partial answer. Fix: Emphasize thoroughness.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3: Wrong order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out of sequence. Fix: Explicit planning.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4: Forgetting results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6949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fills up. Early searches lost. Fix: Working memory summary.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Memory: Preventing Forgetting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Long tasks fill context window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tool calls, LLM forgets findings from 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Maintain working memory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findings in a dict: {step: result, ...}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44805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summary back to LLM each iteration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large results (keep first 500 chars)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Agent remembers what it's already learned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Debugging: Systematic Inspection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Check the plan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clear? Does it make sense for the task?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Inspect messages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all messages. Are tool results present?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Check working memory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findings recorded? Is something missing?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Trace the final summary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6949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which findings made it into the final answer.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Competitive Intelligence Agent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'Compare pricing of AWS vs. Google Cloud vs. Azure'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Search for each provider's pricing + compare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1: AWS S3 pricing → $0.023/GB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44805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2: Google Cloud pricing → $0.020/GB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3: Azure pricing → $0.0184/GB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61264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stops (no more tools needed)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949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Structured comparison with citations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Multi-step agents plan before executing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Stopping is about detecting when tool calls 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Working memory prevents forgetting on long tasks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Debugging = inspect plan, messages, memory systematically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 on simple tasks first; grow to complexity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4.4 — Multi-Agent Patterns (agents working together)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2026-06-29T17:19:36Z</dcterms:created>
  <dcterms:modified xsi:type="dcterms:W3CDTF">2026-06-29T17:19:36Z</dcterms:modified>
</cp:coreProperties>
</file>