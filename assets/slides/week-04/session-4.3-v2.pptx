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4.3: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Task Agents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Execute → Observe → Stop. Build agents that do real work.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Tool Use, Agents &amp;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4.2 vs. 4.3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multi-step agents matter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4.2: Simple Agent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"What's the weather?"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Call weather_tool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Return result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Done (1 call)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6459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4.3: Multi-Step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0" y="210312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"Research competitors' pricing &amp; compare."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Plan: 3 searches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Search AWS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Search GCP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Search Azure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Summarize (4+ calls)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Multi-Step Agent Loop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phases: plan, execute, observe, decide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PLAN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a plan.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execution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645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EXECUTE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plan.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645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OBSERVE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sees tool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0" y="1645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DECIDE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Done? Loop back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exit?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2926080" y="2468880"/>
            <a:ext cx="274320" cy="274320"/>
          </a:xfrm>
          <a:prstGeom prst="triangle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5669280" y="2468880"/>
            <a:ext cx="274320" cy="274320"/>
          </a:xfrm>
          <a:prstGeom prst="triangle">
            <a:avLst/>
          </a:prstGeom>
          <a:solidFill>
            <a:srgbClr val="F9E795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8412480" y="2468880"/>
            <a:ext cx="274320" cy="274320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loop back to PLAN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exit when agent outputs text (no new tool calls)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Types of Planning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Implicit: agent figures it out. Explicit: agent writes it out.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Planning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"Reason step by step."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figures out what to do next.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Fewer API calls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 loop endlessly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Hard to debug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Planning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0" y="210312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"Write a plan first."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steps, then executes.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Structured &amp; debuggable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You see the thinking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Extra API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 get locked in bad plan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explicit. You'll thank yourself when debugging.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Code: Four Phases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loop actually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1: Ask for a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messages=[{"role": "user", "content": plan_prompt}]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2: Tell it to execute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messages.append({"role": "user", "content": "Now execute the plan."})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3: Loop (up to 10 times)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client.messages.create(...tools=TOOLS...)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tool_calls: process &amp;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agent is done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4: Return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working_memory with plan, findings, and summary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Multi-Step Agents Break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the four common ways they fail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Infinite loops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the agent calling the same tool over and over?"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Add loop detection or iteration limit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64592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Stops too early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 gave me a partial answer and quit."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Rewrite prompt to emphasize thoroughness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Forgets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 called 5 tools but didn't cite them in the summary."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Use working memory to track findings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338328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Wrong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 searched for conclusions before gathering data."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Use explicit planning + dependency rules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Always mock your tools first (with fake data) before testing with real APIs.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Working Memory Pattern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findings so the agent doesn't forget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No memory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working_memory =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runs, calls tools, but context window fills up. Agent forgets what it found.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3504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With memory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210312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working_memory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"findings":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(tool, result),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(tool, result),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refers back. Each iteration, add findings to memory.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Agent never loses context. Summaries cite real findings.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the Agent Stop?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stopping signal every multi-step agent needs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stops = No new tool_calls in the response.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response contains only text (no tool_use blocks), the agent is done.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a" pitchFamily="34" charset="0"/>
                <a:ea typeface="Calibria" pitchFamily="34" charset="-122"/>
                <a:cs typeface="Calibria" pitchFamily="34" charset="-120"/>
              </a:rPr>
              <a:t>Code check: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tool_calls = [b for b in response.content if b.type == "tool_use"]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tool_calls: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print("Agent is done!")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a max_iterations limit (e.g., 10) as a safety net in case the agent gets stuck.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Exercise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research or fact-check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Path: Research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Take a topic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Plan 3 searches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Execute them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Stop &amp; summarize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Filled-in starter code with TODOs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Path: Fact-Checker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21031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Take a claim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Plan verification searches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Find supporting/contradicting evidence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Score veracity &amp; report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scaffolding, more freedom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exercises use mocked tools (no real API key needed for testing).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Multi-step agents need explicit planning or strong implicit reasoning.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stopping signal is simple: no tool_use blocks = agent is done.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Working memory keeps the agent from forgetting findings mid-task.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Expect failures: loops, early stops, forgotten results. Debug systematically.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Mock your tools before using real APIs. Catch planning bugs early.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4.4 — Multi-Agent Patterns (orchestrator-worker, debate, reviewer)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2026-06-29T17:31:15Z</dcterms:created>
  <dcterms:modified xsi:type="dcterms:W3CDTF">2026-06-29T17:31:15Z</dcterms:modified>
</cp:coreProperties>
</file>