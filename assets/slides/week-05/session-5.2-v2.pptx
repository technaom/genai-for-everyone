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5.2: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Methods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1,500 contract clause summaries without reading all of them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Setup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471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legal tech tool summarizes contract clauses in plain English.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"You're giving up your right to sue in court and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agreeing to arbitration instead."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prompt variants. 500 clauses each = 1,500 summaries.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human can read all of them. No single automated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can be trusted blindly either.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Methods, Four Blind Spots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471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RUBRIC: accurate, but 50 hours to grade 1,500 summaries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LLM-AS-JUDGE: fast, but generous — rates partial truths too high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SIMILARITY: fast &amp; free, but blind to selective omission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HUMAN-IN-LOOP: combines them — but only as good as its routing logic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Deceptive Middle Band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471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"arbitration AND waive class action rights"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Candidate: "You agree to arbitration instead of court."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Semantic similarity: 0.75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Looks "pretty good" on a 0-1 scale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But it OMITS the class-action waiver entirely —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arguably the more consequential part of the clause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Middle Band Is the Danger Zone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471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Obviously bad summaries score LOW (easy to catch).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Genuinely complete summaries score HIGH (no action needed).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failures that matter most — true but incomplete —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in the MIDDLE. 0.70 to 0.85.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naive "flag anything under 0.5" rule misses them entirely.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Partial-Failure Cap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471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Ungrounded LLM-judge prompt: "Is this accurate?"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Rates the omission case 8 or 9. Technically true, so "accurate."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prompt: "If a legally significant detail is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omitted, cap the score at 5 — even if the rest is true."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explicit cap is what catches what similarity can't.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Routing Logic: Built Around the Blind Spot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471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for human review if: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Clause type is high-risk (arbitration, indemnification) — ALWAYS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LLM-judge score is in the uncertain middle (4-7)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Semantic similarity is in the deceptive middle band (0.70-0.85)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generic "flag anything uncertain" — built around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task's specific failure pattern.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Naive vs. Proper Routing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471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on 8 cases, 5 of which genuinely omit a detail: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(flag if similarity &lt; 0.5):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60% of real omissions MISSED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 routing (high-risk type OR mid-band score):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Only 20% missed — at a higher review workload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review time, for catching what actually matters.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Don't Trust a Score You Haven't Inspected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471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 B scores HIGHER than Variant C on LLM-judge average.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a manual check of Variant C's flagged cases shows: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lower score reflects CASUAL TONE, not missing information.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"worse" variant by the numbers may be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perfectly fine — check what's driving the score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ranking variants by it.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No single method is reliable alone — each has a known blind spot.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Know your task's SPECIFIC failure mode before designing routing logic.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The most useful harness output might be "% flagged," not a quality score.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 lower automated score doesn't always mean a worse system. Check why.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Validate automated methods against human judgment periodically.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017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The dangerous failures often hide in the middle, not the extremes.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53035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Session 5.3 — Safety Fundamentals (internal wiki search assistant)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2026-06-29T19:30:31Z</dcterms:created>
  <dcterms:modified xsi:type="dcterms:W3CDTF">2026-06-29T19:30:31Z</dcterms:modified>
</cp:coreProperties>
</file>