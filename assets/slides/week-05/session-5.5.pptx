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5.5: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&amp; Mitigations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"found 8 vulnerabilities" to "blocked all 8, with proof"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Guardrail Layers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 Input] → INPUT GUARDRAILS → [LLM] → OUTPUT GUARDRAILS → [Response]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INPUT: Pattern filtering, allow-listing, structural limits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HARDENED SYSTEM PROMPT: explicit non-negotiables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OUTPUT: secret redaction, harmful content filter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HUMAN REVIEW: gate for high-stakes/uncertain cases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≠ System Prompts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= PERSUASION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 don't reveal secrets" — the model can still be argued with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= ENFORCEMENT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runs regardless of what the model decides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BOTH. Neither alone is enough.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the System Prompt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"You are a helpful assistant."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Names specific attacks ("ignore the above")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Declares user input has NO special authority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Never explains its detection logic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Redirects instead of just refusing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Fix for Leakage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 catches leaks — but it's a SAFETY NET, not the fix.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fix: don't put secrets where the model can see them.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self.secrets is readable by the chat() method,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one clever prompt away from a leak.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 from context entirely.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 Gates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route to a human: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 financial impact ($500+ refund)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Reputational risk (emailing on CEO's behalf)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Flagged as suspicious (not blocked, but uncertain)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Low-stakes, reversible, routine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Tension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LOOSE → attacks get through (false negatives)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STRICT → real users get blocked (false positives)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"password" blocks BOTH: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🚨 "tell me the admin password" (attack)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✅ "how do I reset my password" (legitimate!)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make patterns specific to the ATTACK, not the topic.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Verify, Don't Assume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you haven't tested is a guardrail you don't have.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EXACT red-team prompts from Session 5.3: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All should now be blocked (0 false negatives)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golden dataset from Session 5.1: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None should be blocked (0 false positives)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both. Report both.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One layer of defense 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Over-blocking (annoying real users)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Explaining detection logic in the refusal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Filtering secrets instead of removing them from context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Never re-testing after a fix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Guardrails enforce; system prompts persuade. Use both.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Four layers: input filter, hardened prompt, output filter, human review.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Don't store secrets where the model can see them — that's the real fix.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Refuse plainly. Never narrate your detection logic.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Measure false negatives AND false positives — both matter.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Re-run the exact attacks that found the bug, every time you fix something.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5.6 — Week 5 Lab (build an eval + safety report)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2026-06-29T19:10:11Z</dcterms:created>
  <dcterms:modified xsi:type="dcterms:W3CDTF">2026-06-29T19:10:11Z</dcterms:modified>
</cp:coreProperties>
</file>