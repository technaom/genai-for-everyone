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5.2: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Methods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Rubric, LLM-as-judge, semantic, human-in-the-loop. Build your eval harness.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5: Evaluation, Safety &amp; Responsible 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Evaluation Methods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tool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GRADING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⭐⭐⭐⭐⭐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High (human time)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Most accurate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Slow, doesn't scale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⭐⭐⭐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⭐⭐⭐⭐⭐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Low ($0.01/response)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Fast, scalable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Too generous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⭐⭐⭐⭐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⭐⭐⭐⭐⭐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Low (local)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Captures meaning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Surface-level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⭐⭐⭐⭐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Speed: ⭐⭐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Medium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Balance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Still need humans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 Grading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 standard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manually on explicit criteria: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(0-2): Addresses question?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(0-2): Info correct?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(0-1): Professional?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(0-2): No hallucinations?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7 points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Small dataset (&lt;100 examples)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Need subjective eval (tone, empathy)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One-time evaluation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Doesn't scale to 1000s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LLM-as-Judge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scoring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an LLM to score responses: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"Score this response 0-10 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Relevance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Accuracy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Helpfulness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Tone"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LLM tends to be generous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(Gives 8+ scores too often)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Validate with human review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reference-based scoring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Compare against other methods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Large dataset (1000+)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Need rapid feedback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Similarity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meaning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embeddings of actual vs. expected: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SentenceTransformer("response1")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SentenceTransformer("response2")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→ 0-1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Fast (local model)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Forgiving of paraphrasing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Captures meaning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Not all metrics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Requires embedding model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Sanity check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Paraphrase-heavy tasks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 worlds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LLM scores all 1000 responses (fast)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Flag uncertain/extreme (20%)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Humans review flagged cases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Combine: 70% human + 30% LLM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Speed (only humans where needed)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Accuracy (human judgment on edge cases)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Scalable (combine automation + humans)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score = 5 (uncertain)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says = 7 (actually good)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= 0.7*7 + 0.3*5 = 6.4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 by Dataset Size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when?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&lt;100 examples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Manual rubric + semantic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100-1000 examples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LLM-as-judge 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Human review 20%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human-in-the-loop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1000-10k examples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Semantic on all (fast)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LLM on sample (validate)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Extrapolate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 examples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Semantic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human review (impractical)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Harness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compares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EvalHarness: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def eval_variant(prompt_v1, v2, v3):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for example in golden_dataset: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score_v1 = grade_rubric(prompt_v1(example))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score_v2 = grade_rubric(prompt_v2(example))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score_v3 = grade_rubric(prompt_v3(example))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def compare():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print which variant wins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Reusable (test new variants easily)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Reproducible (same harness = same results)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Systematic (compare fairly)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Pitfalls to Avoid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 to 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Trust one metric only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multiple methods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LLM scores without validation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Validate with humans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Metric misalignment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Metrics must match goals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Ignore disagreement between methods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Investigate! It's informative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Forget about cost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1000 LLM API calls = $10+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 single perfect metric. Use multiple methods.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Rubric = accurate. LLM-as-judge = fast. Semantic = meaning.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Human-in-the-loop: LLM on all, humans on uncertain 20%.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Build an eval harness for reproducibility and reusability.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Align metrics to your actual goals (speed? accuracy? safety?).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Compare variants systematically. Choose based on trade-offs.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5.3 — Safety Fundamentals (prompt injection, jailbreaks)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2026-06-29T18:54:34Z</dcterms:created>
  <dcterms:modified xsi:type="dcterms:W3CDTF">2026-06-29T18:54:34Z</dcterms:modified>
</cp:coreProperties>
</file>