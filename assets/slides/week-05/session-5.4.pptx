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5.4: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AI &amp; Bias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Fairness, representational harm, accessibility. Measure and mitigate bias.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Types of Bias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REPRESENTATION BIAS: Some groups under-represented in training data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PERFORMANCE BIAS: Model performs differently across groups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ALLOCATION BIAS: System denies resources unfairly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ASSOCIATIONAL BIAS: Model learns harmful associations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Fairness Metrics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Parity: Equal outcome rates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Equalized Odds: Equal TPR &amp; FPR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Calibration: Predictions equally accurate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Fairness: Similar → similar treatment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&lt;5% gap between groups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 Audit Framework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Define groups (gender, race, age, disability)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Collect sample (1000+ examples)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Annotate ground truth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Calculate metrics per group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Document findings (model card)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Incidents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Hiring: Biased against women (historical data)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COMPAS: Higher false positives for Black defendants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Images: "CEO" mostly white men (reflects bias)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AI: Used race as proxy, denied care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Mitigations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Balancing: Oversample underrepresented groups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Fairness Constraints: Add fairness to training loss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Threshold Adjustment: Different thresholds per group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Transparency: Document in model card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Human Review: Humans check high-stakes decisions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Card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Overall accuracy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Accuracy per group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Known limitations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Recommended use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Potential harms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Fairness metrics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"Not recommended for high-stakes decisions without human review"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Accessibility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includes accessibility: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Vision: Screen readers, high contrast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Hearing: Captions, transcripts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Motor: Keyboard navigation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Cognitive: Clear language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Language: Multiple languages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benefits everyone.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Trade-offs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optimize for all fairness definitions simultaneously.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parity might hurt equal opportunity.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might hurt individual fairness.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based on context.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transparent about trade-offs.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Bias is systematic, not intentional. Measure it explicitly.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Audit across protected attributes (gender, race, age, disability).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Use multiple fairness metrics. No single definition.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Real incidents show high cost of bias: Amazon, COMPAS, Google.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Mitigate: balance data, fairness constraints, transparency, review.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Document in model card. Be honest about limitations.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53035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Session 5.5 — Guardrails &amp; Mitigations (implement defenses)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2026-06-29T19:04:59Z</dcterms:created>
  <dcterms:modified xsi:type="dcterms:W3CDTF">2026-06-29T19:04:59Z</dcterms:modified>
</cp:coreProperties>
</file>