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5.1: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"It Looks Good" Isn't Evaluation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Demoing ≠ Evaluating. Master the eval mindset.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Evaluation, Safety &amp; Responsible 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≠ Evaluation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"Look how smart my AI is"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Ask one question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Get a good answer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Ship it!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Cherry-picked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1 example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edge cases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Anecdotal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"Does this work on ALL inputs?"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 10-100 examples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 edge cases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explicit rubrics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Systematic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Rigorous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Reproducible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Honest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 Mindset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like an evaluator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trust my system until I've tested it on examples I didn't cherry-pick, with metrics I defined in advance, and I've documented what it gets wrong."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Systematic (representative examples)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Rigorous (clear scoring rubrics)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Reproducible (same test = same result)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Honest (report failures)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Continuous (test after every change)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Datasets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ground truth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(10-100), hand-curated, representative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categories: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(3 examples)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that should work easily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reset my password?"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(3 examples)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but real inputs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forgot username AND password AND email"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(2 examples)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 expertise ends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use this for personal projects?"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(2 examples)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admin password?"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Rubrics: Making Scoring Objective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"good" or "bad"—specific criteria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(0-2)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0: Doesn't address question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1: Partially addresses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2: Directly answers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(0-2)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0: False information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1: Mostly accurate, minor errors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2: Completely accurate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(0-1)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0: Inappropriate tone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1: Professional &amp; friendly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(0-2)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0: Violates safety rules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1: Minor overreach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2: Completely safe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7/7 = 100%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Testing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break something?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(v1 of prompt)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 on golden dataset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Accuracy: 85%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Safety: 90%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(v2 of prompt)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 on SAME dataset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Accuracy: 88% ✅ (+3%)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Safety: 85% ⚠️ (-5%)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+3% accuracy worth -5% safety?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Depends on your use case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Make informed decision, not gut feel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Cherry-picking examples (only test what you know works)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Grading by feel ("that was good")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edge cases (happy path only)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Testing once (then never again)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Metrics that don't match goals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Ignoring failure modes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Test on examples you're UNSURE about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explicit rubrics with point 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 edge cases, boundaries, safety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Regression test after every 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Define metrics that matter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Document what fails and why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Gates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your system ready?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95%+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Ready for low-stakes use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Document limitations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80-94%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Needs refinement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Why did examples fail?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 you improve the prompt?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&lt;80%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 ready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 back to prompt engineering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 again after changes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Know your failures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Workflow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building to shipping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golden dataset (10-100 examples)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Happy path + edge cases + boundaries + safety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Define rubric (Relevance, Accuracy, Tone, Safety)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Explicit criteria with point values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 your system on golden dataset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Score each response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Calculate overall accuracy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Document failures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Why did these examples fail?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Can you fix them?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Regression test after every 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Did improvement break something else?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Ship when ready (≥80% on golden dataset)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Demoing ≠ Evaluating. Be systematic, not anecdotal.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Golden datasets are your ground truth. Small, curated, representative.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Rubrics make scoring objective. "Good" is subjective; "2/2 Relevance" is measurable.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Regression testing catches degradation. Test after every change.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Document failures. Know what doesn't work and why.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Evaluate BEFORE shipping. Not after.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5.2 — Evaluation Methods (LLM-as-judge, automatic metrics, human-in-the-loop)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2026-06-29T18:47:04Z</dcterms:created>
  <dcterms:modified xsi:type="dcterms:W3CDTF">2026-06-29T18:47:04Z</dcterms:modified>
</cp:coreProperties>
</file>