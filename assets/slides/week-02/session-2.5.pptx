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SESSION 2.5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Systems,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Prompts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one-off strings to something a team can maintain for years.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icon_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448056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09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for Everyone  ·  Week 2: Prompt Engineering &amp; Application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different KIND of thing, not just bigger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one specific case, written for one specific moment.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3716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0936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01168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 with variables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notion of versioning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testing across inputs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Often, chaining multiple prompts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prompt quality. Six months later.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prompt directly in the calling function.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report comes in. Someone has to dig through application code, with no history of what it used to say.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3716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54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9659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Template, named variables, separate file, versioned, test cases attached.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292608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bug report. One well-organized file with a clear change history.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 structure from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CADCF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TEMPLATE (hardcoded)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74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polite follow-up email to Sarah Chen about her unpaid invoice from March 15th, mentioning a 5% late fee."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256032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= """Write a polite follow-up email to {customer_name} about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their unpaid invoice from {invoice_date}, mentioning a {late_fee_pct}% late fee."""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TEMPLATE.format(customer_name="Sarah Chen", invoice_date="March 15th", late_fee_pct=5)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library, not a junk drawer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43100" y="17373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icon_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app logic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find every prompt the app uses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4630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554980" y="17373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_ta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148" y="193852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naming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26280" y="3246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obvious from the name alone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863840" y="1463040"/>
            <a:ext cx="3429000" cy="27432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9166860" y="173736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_id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028" y="193852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001000" y="2743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variables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38160" y="324612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template expects, and what each means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48056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/>
        </p:spPr>
      </p:sp>
      <p:pic>
        <p:nvPicPr>
          <p:cNvPr id="19" name="Image 3" descr="icon_vi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5488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37360" y="4617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lightweight test — not exact-match, just “does it contain the name,” “is it under N words” — catches real regressions before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Chaining: one task, three focused prompts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5204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(2.2) → category</a:t>
            </a:r>
            <a:endParaRPr lang="en-US" sz="1250" dirty="0"/>
          </a:p>
        </p:txBody>
      </p:sp>
      <p:pic>
        <p:nvPicPr>
          <p:cNvPr id="7" name="Image 0" descr="icon_lin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324612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6280" y="192024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2628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70916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00600" y="35204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(2.4) → JSON data</a:t>
            </a:r>
            <a:endParaRPr lang="en-US" sz="1250" dirty="0"/>
          </a:p>
        </p:txBody>
      </p:sp>
      <p:pic>
        <p:nvPicPr>
          <p:cNvPr id="12" name="Image 1" descr="icon_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3246120"/>
            <a:ext cx="365760" cy="365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0" y="1920240"/>
            <a:ext cx="3200400" cy="310896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229600" y="21031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8412480" y="2880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03920" y="35204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data as context → final text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simpler, more testable in isolation, and easier to debug than one mega-prompt.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system differs in KIND, not scale: templates, versioning, testing, often chaining.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23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separate reusable structure from specific data — one tested artifact, not many untested variants.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prompts from app code, with clear naming and documented variables.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Chaining adds latency and complexity — use it for tasks with genuinely distinct sub-problems, not by default.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548640"/>
            <a:ext cx="1828800" cy="1828800"/>
          </a:xfrm>
          <a:prstGeom prst="ellipse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3" name="Image 0" descr="icon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109728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 Template Library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5+ templates with named variables and lightweight, non-exact-match tests.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with: python prompt_library.py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5029200"/>
            <a:ext cx="7589520" cy="777240"/>
          </a:xfrm>
          <a:prstGeom prst="roundRect">
            <a:avLst>
              <a:gd name="adj" fmla="val 11765"/>
            </a:avLst>
          </a:prstGeom>
          <a:solidFill>
            <a:srgbClr val="CADCFC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286000" y="502920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Session 2.6 next: Week 2 Lab — Mini Build Day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2.5: Prompt Systems, Not Just Prompts</dc:title>
  <dc:subject>PptxGenJS Presentation</dc:subject>
  <dc:creator>GenAI for Everyone</dc:creator>
  <cp:lastModifiedBy>GenAI for Everyone</cp:lastModifiedBy>
  <cp:revision>1</cp:revision>
  <dcterms:created xsi:type="dcterms:W3CDTF">2026-06-26T14:38:57Z</dcterms:created>
  <dcterms:modified xsi:type="dcterms:W3CDTF">2026-06-26T14:38:57Z</dcterms:modified>
</cp:coreProperties>
</file>