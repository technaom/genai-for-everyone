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2.4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 code to read, not just humans. A different problem entirely.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4805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2: Prompt Engineering &amp; Application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 ask for JSON” isn't enough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4" name="Image 0" descr="icon_commentsla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55448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"Sure, here’s the JSON you requested:"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20240" y="219456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...followed by an explanation. Extremely common in training data — conversational politeness leaking into machine-parsed output.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9776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json.loads(model_response)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46634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reading slightly-off prose barely notices. A parser handed slightly-off JSON crashes outright.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techniques that help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_id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7556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00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377440" y="146304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schema with types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_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898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743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377440" y="260604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preamble” instructions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38862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icon_shieldviru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0416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886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2377440" y="374904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Provider's JSON mode, if available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" y="5029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checkdoub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18464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5029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2377440" y="489204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 in YOUR code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exact shape you want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"Extract the name and email as JSON."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Ambiguous: “name” or “full_name”? No guard against wrapper 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"string",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"string"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other text before/after.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2062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field names, explicit types, explicit ban on wrapper text.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parsing: never trust blindly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08760" y="141732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141732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json.loads() directly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08760" y="246888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46888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Failed? Try extracting the { ... } span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08760" y="352044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352044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failed? Return None — signal failure clearly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08760" y="457200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457200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OK? Validate field TYPES too, not just syntax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crash the program. Always have a defined fallback.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data: null, never a guess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4" name="Image 0" descr="icon_b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6916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974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"email": "j.smith@gmail.com"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Guessed. No email was actually listed. A confidently FABRICATED value.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pic>
        <p:nvPicPr>
          <p:cNvPr id="8" name="Image 1" descr="icon_checkdoub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691640"/>
            <a:ext cx="77724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26974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"email": null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09360" y="3383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Honest. Tells your code exactly what it needs to know: this wasn't found.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directly to Session 1.5: an absent field is far safer than an invented one.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wrap JSON in conversational text — a common, plannable failure, not a rare edge case.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 + “no preamble” instructions + provider JSON mode all reduce, but don't eliminate, the risk.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 matters most — it's the only technique that doesn't depend on the model behaving.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parsed JSON can still have wrong types — validate structure, not just syntax.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 Prompt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extraction prompt + defensive parser. Check the missing-email case.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resume_parser.py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94560" y="502920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5029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2.5 next: Prompt Systems, Not Just Prompts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2.4: Structured Outputs</dc:title>
  <dc:subject>PptxGenJS Presentation</dc:subject>
  <dc:creator>GenAI for Everyone</dc:creator>
  <cp:lastModifiedBy>GenAI for Everyone</cp:lastModifiedBy>
  <cp:revision>1</cp:revision>
  <dcterms:created xsi:type="dcterms:W3CDTF">2026-06-26T14:32:33Z</dcterms:created>
  <dcterms:modified xsi:type="dcterms:W3CDTF">2026-06-26T14:32:33Z</dcterms:modified>
</cp:coreProperties>
</file>