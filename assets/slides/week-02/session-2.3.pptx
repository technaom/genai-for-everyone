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SESSION 2.3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9144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Prompting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Techniques II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Shaping HOW the model reasons, not just what pattern it follows.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869680" y="3931920"/>
            <a:ext cx="1737360" cy="17373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6" name="Image 0" descr="icon_step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0" y="448056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093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for Everyone  ·  Week 2: Prompt Engineering &amp; Application Design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improve reasoning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them guarantee correctness — they improve odds, not certainty.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29000" cy="41148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51660" y="219456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_step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0260" y="242316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42900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406908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step-by-step before answering. Helps multi-step problems.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51960" y="1920240"/>
            <a:ext cx="3429000" cy="41148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63540" y="2194560"/>
            <a:ext cx="1005840" cy="10058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1" name="Image 1" descr="icon_binocula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2140" y="242316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43400" y="342900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STEP-BACK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26280" y="406908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general principle first, THEN apply it to specifics.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863840" y="1920240"/>
            <a:ext cx="3429000" cy="41148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075420" y="219456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icon_branch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4020" y="242316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955280" y="342900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SELF-CONSISTENCY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138160" y="406908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multiple times, check agreement. Costs more — use selectively.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Chain-of-thought: show the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10881360" cy="1280160"/>
          </a:xfrm>
          <a:prstGeom prst="roundRect">
            <a:avLst>
              <a:gd name="adj" fmla="val 7143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41732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store had 142 items, sold 38% Monday and 25 more Tuesday. How many left?"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4320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1: 38% of 142 = 53.96 (sold Monday)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70332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7033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2: 142 − 53.96 = 88.04 (left after Monday)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466344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66344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3: 88.04 − 25 = 63.04 (left after Tuesday)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57150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correct step makes the NEXT step more likely to also be correct — because it's now part of the context.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Step-back: zoom out before zooming in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CADCFC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08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"Relational or document database for 24-hour session data?"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10881360" cy="2834640"/>
          </a:xfrm>
          <a:prstGeom prst="roundRect">
            <a:avLst>
              <a:gd name="adj" fmla="val 322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3154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STEP-BACK</a:t>
            </a:r>
            <a:endParaRPr lang="en-US" sz="1200" dirty="0"/>
          </a:p>
        </p:txBody>
      </p:sp>
      <p:pic>
        <p:nvPicPr>
          <p:cNvPr id="8" name="Image 0" descr="icon_binocula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0" y="310896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356616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general factors determine relational vs. document database fit? THEN, applying those factors—which fits 24-hour session data?"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484632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the general framework to surface FIRST — grounding the specific answer instead of guessing at the nearest generic pattern.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Self-consistency: don't trust one attempt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4630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RUNS, EASY QUESTION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F9E79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783080" y="201168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F9E795"/>
          </a:solidFill>
          <a:ln/>
        </p:spPr>
      </p:sp>
      <p:sp>
        <p:nvSpPr>
          <p:cNvPr id="8" name="Text 6"/>
          <p:cNvSpPr/>
          <p:nvPr/>
        </p:nvSpPr>
        <p:spPr>
          <a:xfrm>
            <a:off x="178308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651760" y="201168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F9E795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520440" y="201168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F9E795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89120" y="201168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F9E795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30175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CONVERGENT → meaningful evidence of reliability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35040" y="128016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F96167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09360" y="14630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RUNS, HARD QUESTION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201168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178040" y="201168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717804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046720" y="201168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915400" y="201168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891540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784080" y="201168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978408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09360" y="30175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DIVERGENT → strong signal: don't trust a single run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" y="539496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cost: tokens and latency multiply by however many times you run it. Reserve it for genuinely high-stakes, ambiguous cases.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the technique to the failure mode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6675120" cy="777240"/>
          </a:xfrm>
          <a:prstGeom prst="roundRect">
            <a:avLst>
              <a:gd name="adj" fmla="val 9412"/>
            </a:avLst>
          </a:prstGeom>
          <a:solidFill>
            <a:srgbClr val="CADCFC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25880"/>
            <a:ext cx="621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factual question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98080" y="132588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32588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6675120" cy="777240"/>
          </a:xfrm>
          <a:prstGeom prst="roundRect">
            <a:avLst>
              <a:gd name="adj" fmla="val 9412"/>
            </a:avLst>
          </a:prstGeom>
          <a:solidFill>
            <a:srgbClr val="CADCFC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286000"/>
            <a:ext cx="621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Company-specific classification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98080" y="228600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0" y="228600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246120"/>
            <a:ext cx="6675120" cy="777240"/>
          </a:xfrm>
          <a:prstGeom prst="roundRect">
            <a:avLst>
              <a:gd name="adj" fmla="val 9412"/>
            </a:avLst>
          </a:prstGeom>
          <a:solidFill>
            <a:srgbClr val="CADCFC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246120"/>
            <a:ext cx="621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word problem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498080" y="324612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0" y="324612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206240"/>
            <a:ext cx="6675120" cy="777240"/>
          </a:xfrm>
          <a:prstGeom prst="roundRect">
            <a:avLst>
              <a:gd name="adj" fmla="val 9412"/>
            </a:avLst>
          </a:prstGeom>
          <a:solidFill>
            <a:srgbClr val="CADCFC">
              <a:alpha val="4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206240"/>
            <a:ext cx="621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“X or Y” recommendation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498080" y="420624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0" y="420624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Step-back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5166360"/>
            <a:ext cx="6675120" cy="777240"/>
          </a:xfrm>
          <a:prstGeom prst="roundRect">
            <a:avLst>
              <a:gd name="adj" fmla="val 9412"/>
            </a:avLst>
          </a:prstGeom>
          <a:solidFill>
            <a:srgbClr val="CADCFC">
              <a:alpha val="4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166360"/>
            <a:ext cx="621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High-stakes, ambiguous decision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498080" y="516636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0" y="516636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Self-consistency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08760" y="128016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Chain-of-thought: reasoning steps become context for later steps — helps accuracy, doesn't guarantee it.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31520" y="25146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242316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Step-back: state the general principle first, especially for comparisons and recommendations.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31520" y="36576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356616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Self-consistency: run multiple times, check agreement. Costs more — reserve for high-stakes cases.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31520" y="48006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800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08760" y="470916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eliminate Session 1.5's core risk: fluent and confident is not the same as correct.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66360" y="548640"/>
            <a:ext cx="1828800" cy="1828800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3" name="Image 0" descr="icon_checkdoub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1097280"/>
            <a:ext cx="777240" cy="777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65176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it's your turn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914400" y="32918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Reasoning Prompt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371600" y="3931920"/>
            <a:ext cx="9418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direct vs. chain-of-thought on a real business problem. Check the math yourself.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with: python reasoning_compare.py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468880" y="5029200"/>
            <a:ext cx="7223760" cy="777240"/>
          </a:xfrm>
          <a:prstGeom prst="roundRect">
            <a:avLst>
              <a:gd name="adj" fmla="val 11765"/>
            </a:avLst>
          </a:prstGeom>
          <a:solidFill>
            <a:srgbClr val="CADCFC">
              <a:alpha val="4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2468880" y="5029200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+ Session 2.4 next: Structured Outputs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2.3: Prompting Techniques II</dc:title>
  <dc:subject>PptxGenJS Presentation</dc:subject>
  <dc:creator>GenAI for Everyone</dc:creator>
  <cp:lastModifiedBy>GenAI for Everyone</cp:lastModifiedBy>
  <cp:revision>1</cp:revision>
  <dcterms:created xsi:type="dcterms:W3CDTF">2026-06-25T18:27:53Z</dcterms:created>
  <dcterms:modified xsi:type="dcterms:W3CDTF">2026-06-25T18:27:53Z</dcterms:modified>
</cp:coreProperties>
</file>