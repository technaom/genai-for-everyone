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2.1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Prompt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asking. Start specifying.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4805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2: Prompt Engineering &amp; Application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is a SPECIFICATION, not a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something about our product."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100-word product description for our wireless noise-canceling headphones, targeting busy professionals who travel frequently. Emphasize battery life and comfort during long flights. Tone: confident but not salesy. Format: a single paragraph, no bullet points."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English. Only one gives the model enough to NOT guess.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one, and that's usually exactly where the disappointing output comes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945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ed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23957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task is unambiguous — specific verbs, not vague ones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302252" y="21945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_desk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3957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3200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93592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the model needs that isn't part of the instruction itself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1344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072884" y="21945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_rul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3957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3200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64224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Boundaries: length, tone, what to include and exclude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51976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843516" y="21945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icon_listu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684" y="239572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43416" y="3200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34856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shape of the output — list, table, JSON, email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prompt, pillar by pillar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6B739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31720" y="1234440"/>
            <a:ext cx="909828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514600" y="12344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 with customer email."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CLARITY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194560"/>
            <a:ext cx="909828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19456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reply to a customer email."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154680"/>
            <a:ext cx="909828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31546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"...customer asking for a refund on a damaged product, 3-year customer, first complaint."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CONSTRAINTS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4114800"/>
            <a:ext cx="909828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411480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"...Approve refund, apologize, offer 15% discount. Warm tone. Max 120 words."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FORMAT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5074920"/>
            <a:ext cx="909828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3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14600" y="507492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"...Format as a complete email including a subject line."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 did real work. This is precision, not padding.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have you added enough?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4" name="Image 0" descr="icon_commentdo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2057400"/>
            <a:ext cx="9326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competent person, reading ONLY your prompt, produce something close to what you need — without guessing at anything important?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you're done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additions are diminishing returns at best — and can clutter focus (recall “lost in the middle,” Session 1.2).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749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find the gap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44348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something YOU knew but never told the model. That gap is almost always the fix.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a specification — missing info gets filled with generic guesses, not smart inference.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pillars: clarity, context, constraints, format. A weak output usually traces to one missing pillar.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verbs (summarize, classify) describe a deliverable; vague verbs (discuss, cover) describe an activity.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 isn't always better — the test is whether a reader would still have to guess.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wre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Rewrite Exercise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5 weak prompts, naming exactly which pillar was missing.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prompt_rewrite.py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377440" y="5029200"/>
            <a:ext cx="740664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377440" y="50292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2.2 next: Prompting Techniques 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2.1: Anatomy of a Great Prompt</dc:title>
  <dc:subject>PptxGenJS Presentation</dc:subject>
  <dc:creator>GenAI for Everyone</dc:creator>
  <cp:lastModifiedBy>GenAI for Everyone</cp:lastModifiedBy>
  <cp:revision>1</cp:revision>
  <dcterms:created xsi:type="dcterms:W3CDTF">2026-06-25T18:14:37Z</dcterms:created>
  <dcterms:modified xsi:type="dcterms:W3CDTF">2026-06-25T18:14:37Z</dcterms:modified>
</cp:coreProperties>
</file>