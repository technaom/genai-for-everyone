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SESSION 2.2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Techniques 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Zero-shot. Few-shot. Role prompting. Three tools, three jobs.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869680" y="3931920"/>
            <a:ext cx="1737360" cy="17373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icon_mask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44805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093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Everyone  ·  Week 2: Prompt Engineering &amp; Application Design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tools, not three rivals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which one fits which job is the actual skill.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41148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51660" y="219456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_bo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0260" y="24231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4290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only, no examples. Default for clear, common-sense tasks.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51960" y="1920240"/>
            <a:ext cx="3429000" cy="41148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63540" y="219456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1" name="Image 1" descr="icon_image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140" y="242316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89120" y="34290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26280" y="397764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example pairs shown. For unusual formats or company-specific patterns.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863840" y="1920240"/>
            <a:ext cx="3429000" cy="41148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075420" y="219456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_mask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4020" y="242316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01000" y="34290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PROMPTING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138160" y="397764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 persona or expertise frame. Shifts style and focus.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Few-shot: show, don't just tell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support tickets into categories a general model doesn't know.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31520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"Charged twice this month"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38160" y="169164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9E795"/>
          </a:solidFill>
          <a:ln/>
        </p:spPr>
      </p:sp>
      <p:sp>
        <p:nvSpPr>
          <p:cNvPr id="7" name="Text 5"/>
          <p:cNvSpPr/>
          <p:nvPr/>
        </p:nvSpPr>
        <p:spPr>
          <a:xfrm>
            <a:off x="8138160" y="16916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731520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5176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"App crashes on photo upload"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26517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9E795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26517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731520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1188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"Password reset isn’t working"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361188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9E795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36118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Access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731520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57200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does paddle season start?"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457200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8138160" y="45720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last example does real work — it teaches what DOESN'T belong, the hardest thing to convey through instruction alone.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prompting: a before / after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CADCF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ROLE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"Review this code for issues."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generic, broad review touching on style, naming, maybe a few bugs.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13716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09360" y="1554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ROLE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196596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a security-focused code reviewer. Check for injection vulnerabilities, unsafe input handling, auth weaknesses. Ignore style."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09360" y="36118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narrower, specialized review — attention steered to a specific lens.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limit of role prompting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1463040"/>
          </a:xfrm>
          <a:prstGeom prst="roundRect">
            <a:avLst>
              <a:gd name="adj" fmla="val 7500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4" name="Image 0" descr="icon_docto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169164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a board-certified cardiologist"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3108960"/>
            <a:ext cx="10881360" cy="2834640"/>
          </a:xfrm>
          <a:prstGeom prst="roundRect">
            <a:avLst>
              <a:gd name="adj" fmla="val 3871"/>
            </a:avLst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840" y="33375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doesn't grant medical knowledge it lacked before.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05840" y="402336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shifts HOW it presents and frames whatever it already knows — drawing on patterns associated with that expert voice. A confident expert VOICE is not the same as verified expert ACCURACY.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combine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few-shot together often does more work than either alone.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pic>
        <p:nvPicPr>
          <p:cNvPr id="5" name="Image 0" descr="icon_mask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7830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"You are a meticulous content moderator for a children’s education platform."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971800"/>
            <a:ext cx="10881360" cy="2377440"/>
          </a:xfrm>
          <a:prstGeom prst="roundRect">
            <a:avLst>
              <a:gd name="adj" fmla="val 3846"/>
            </a:avLst>
          </a:prstGeom>
          <a:solidFill>
            <a:srgbClr val="CADCFC">
              <a:alpha val="45000"/>
            </a:srgbClr>
          </a:solidFill>
          <a:ln/>
        </p:spPr>
      </p:sp>
      <p:pic>
        <p:nvPicPr>
          <p:cNvPr id="8" name="Image 1" descr="icon_image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3154680"/>
            <a:ext cx="9601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13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FEW-SHOT:</a:t>
            </a:r>
            <a:endParaRPr lang="en-US" sz="1350" dirty="0"/>
          </a:p>
          <a:p>
            <a:pPr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video really helped me understand fractions!" → Approve</a:t>
            </a:r>
            <a:endParaRPr lang="en-US" sz="1350" dirty="0"/>
          </a:p>
          <a:p>
            <a:pPr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"lol this is so easy a baby could do it" → Flag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sets the sensitivity level. The examples show exactly where the line falls.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08760" y="1280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Zero-shot: instruction only — the right default for clear, common-sense tasks.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423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Few-shot: 2–5 examples, especially powerful for company-specific patterns and boundary cases.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566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prompting shifts style and focus — NOT new capabilities. Voice ≠ verified accuracy.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31520" y="4800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4709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combine. A role-prompted few-shot prompt often beats either alone.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548640"/>
            <a:ext cx="1828800" cy="182880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3" name="Image 0" descr="icon_imag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09728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517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it's your turn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14400" y="3291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Classifier Prompt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828800" y="393192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own example, then test against 5 tickets you've never seen before.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with: python classifier.py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377440" y="5029200"/>
            <a:ext cx="7406640" cy="777240"/>
          </a:xfrm>
          <a:prstGeom prst="roundRect">
            <a:avLst>
              <a:gd name="adj" fmla="val 11765"/>
            </a:avLst>
          </a:prstGeom>
          <a:solidFill>
            <a:srgbClr val="CADCFC">
              <a:alpha val="4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377440" y="5029200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+ Session 2.3 next: Prompting Techniques II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2.2: Prompting Techniques I</dc:title>
  <dc:subject>PptxGenJS Presentation</dc:subject>
  <dc:creator>GenAI for Everyone</dc:creator>
  <cp:lastModifiedBy>GenAI for Everyone</cp:lastModifiedBy>
  <cp:revision>1</cp:revision>
  <dcterms:created xsi:type="dcterms:W3CDTF">2026-06-25T18:20:37Z</dcterms:created>
  <dcterms:modified xsi:type="dcterms:W3CDTF">2026-06-25T18:20:37Z</dcterms:modified>
</cp:coreProperties>
</file>